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0000" y="1080000"/>
            <a:ext cx="864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attachment round-trip QA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presentation for upload, draft, submission, approval and download verification.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operational or personal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ko-KR</dc:language>
  <cp:lastModifiedBy/>
  <cp:revision>0</cp:revision>
  <dc:subject/>
  <dc:title/>
</cp:coreProperties>
</file>